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84" d="100"/>
          <a:sy n="84" d="100"/>
        </p:scale>
        <p:origin x="69" y="3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107ED-2EFD-55EF-D840-777AE9C794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B8EFE8-4BE4-2B39-6B2E-5F252AAC8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5F168-9BA5-40E1-645A-39507FE72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A2184-3FAF-4ADE-9705-5373B38350A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F30FE-26A1-D056-AB2A-A49B1C30A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29B49-02E1-69A4-2747-398DDE7EB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2253A-CB9A-4284-9182-445046454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21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45226-FDC4-0354-D51A-B4BB4659A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1E6E0-2D84-621E-30E9-0ACC49E84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79323-6788-27CC-6D22-D6AA8DCBB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A2184-3FAF-4ADE-9705-5373B38350A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9BC6E-2212-9FD5-BCF6-7BCB06A2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522CC-3013-A5F1-E962-22A541A57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2253A-CB9A-4284-9182-445046454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36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08ECC-B9A4-5935-A231-8F5B2F52D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B0EDA-5F4D-15B2-C41D-0E157D096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9BA1D-41C9-3FDF-8D51-1402CF55B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A2184-3FAF-4ADE-9705-5373B38350A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8D298-AF15-FB43-BC72-76837910A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A062C-1A8C-F19B-709E-73904501F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2253A-CB9A-4284-9182-445046454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20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41A7F-DFED-3640-F18A-1F570419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AB977-6E48-4EB1-BACB-65ADF22B25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2B8FD-D268-0618-921A-72A1E9540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D3203-B725-8043-4180-7EC7703D0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A2184-3FAF-4ADE-9705-5373B38350A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0340B-EDC4-71D9-226D-AF1AA0622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CD2DC-675D-B93D-64AF-026ECFB17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2253A-CB9A-4284-9182-445046454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442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FA91E-8B51-2F82-CC22-F86DD3AA6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05EE2-CFCD-F57A-3064-EBD0BE4CD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DFF6B1-CF98-D073-9673-DFC0BA5D5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49EE42-F4B2-DC85-3953-0478DB3449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2D5381-5FF3-4016-AA0F-8E2BA03B55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DC54F1-3E48-7817-746C-E49077876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A2184-3FAF-4ADE-9705-5373B38350A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02EE07-8C68-9FEB-B4B1-D636011C4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1A892F-CCB0-1B53-D7DD-5983694F8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2253A-CB9A-4284-9182-445046454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14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64CE3-5FAD-A29A-AC84-8A45D8FF1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586522-BEE6-4E32-5952-86EEF37F1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A2184-3FAF-4ADE-9705-5373B38350A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191B2C-37C2-3A9E-F8BC-2643206A9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F4A68C-6F72-79A0-634C-76956B4A4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2253A-CB9A-4284-9182-445046454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996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C4FFDF-4DA2-A7B0-4ADE-0BD4949FA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A2184-3FAF-4ADE-9705-5373B38350A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AA5D5F-A954-BBA2-A77E-679B2D801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28744-33E5-C93A-E302-225BB79C6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2253A-CB9A-4284-9182-445046454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845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5F964-A259-B7C3-A666-ABFD06963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18EEC-707F-4A11-FB18-E3C03439D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C850E4-7C93-1E95-F836-EF1929A8D3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4E810-AC1B-B165-A1F0-5BC8D90A5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A2184-3FAF-4ADE-9705-5373B38350A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4A13F9-F340-729D-F380-4E1A56FBF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D3E777-17A7-4CE0-EF76-0A1C6E0EF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2253A-CB9A-4284-9182-445046454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583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D179C-5253-9664-3294-8B5D0B6E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403FE2-1F3D-31A7-616A-765363E0A7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03225C-840F-5C7C-D44F-7D769BDE6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EAB8A-B668-3C05-6E4F-6B18D2B47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A2184-3FAF-4ADE-9705-5373B38350A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DBFD26-A415-3813-263C-48A048ABB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FBA71-9EC6-10EA-1FC7-428F452EF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2253A-CB9A-4284-9182-445046454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906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8511B-DF00-F57C-A5C1-DBE6CA838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220520-9FCC-E692-CE61-D5DA82D478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0D117-EBEC-4F93-1C91-EAA55CFD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A2184-3FAF-4ADE-9705-5373B38350A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2AA8A-D785-7A62-874E-B88F9FB9D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5A13E-7DDC-3720-13BA-CF13FB6B8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2253A-CB9A-4284-9182-445046454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297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1EB407-F12E-178C-5672-FF5F9FD004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4FBAAB-E670-0BD5-5EEF-0B545FF219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32FE0-FE6C-8366-7787-A5C4DF30B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A2184-3FAF-4ADE-9705-5373B38350A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13927-9A82-0273-9D52-038749FEE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56E36-9FEF-9963-323B-44CE3E043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2253A-CB9A-4284-9182-445046454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010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8C4915-AE2D-E735-FA0A-B29F7059A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DFF54-ED7E-628A-5F09-F573025A4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A6BB5-6E7C-D882-F8ED-2C93B7E80F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EA2184-3FAF-4ADE-9705-5373B38350A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5AF7A-2665-9DD5-FE04-D459D47EC8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C4C7A-8EC8-CA88-F37A-7D960F8EAD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A2253A-CB9A-4284-9182-445046454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927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193FA5-D28F-5032-B7E5-14D95C8B5F0D}"/>
              </a:ext>
            </a:extLst>
          </p:cNvPr>
          <p:cNvSpPr txBox="1"/>
          <p:nvPr/>
        </p:nvSpPr>
        <p:spPr>
          <a:xfrm>
            <a:off x="2496766" y="1893651"/>
            <a:ext cx="13192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Core.Hand</a:t>
            </a:r>
            <a:endParaRPr lang="en-US" dirty="0"/>
          </a:p>
          <a:p>
            <a:r>
              <a:rPr lang="en-US" dirty="0" err="1"/>
              <a:t>AddTile</a:t>
            </a:r>
            <a:endParaRPr lang="en-US" dirty="0"/>
          </a:p>
          <a:p>
            <a:r>
              <a:rPr lang="en-US" dirty="0" err="1"/>
              <a:t>RemoveTile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833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401B97-3D53-57FE-03E5-E443920763CE}"/>
              </a:ext>
            </a:extLst>
          </p:cNvPr>
          <p:cNvSpPr txBox="1"/>
          <p:nvPr/>
        </p:nvSpPr>
        <p:spPr>
          <a:xfrm>
            <a:off x="1011676" y="1076528"/>
            <a:ext cx="13192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Core.Hand</a:t>
            </a:r>
            <a:endParaRPr lang="en-US" dirty="0"/>
          </a:p>
          <a:p>
            <a:r>
              <a:rPr lang="en-US" dirty="0" err="1"/>
              <a:t>AddTile</a:t>
            </a:r>
            <a:endParaRPr lang="en-US" dirty="0"/>
          </a:p>
          <a:p>
            <a:r>
              <a:rPr lang="en-US" dirty="0" err="1"/>
              <a:t>RemoveTile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537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10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Simon</dc:creator>
  <cp:lastModifiedBy>Aaron Simon</cp:lastModifiedBy>
  <cp:revision>2</cp:revision>
  <dcterms:created xsi:type="dcterms:W3CDTF">2025-12-20T01:40:16Z</dcterms:created>
  <dcterms:modified xsi:type="dcterms:W3CDTF">2025-12-20T03:08:47Z</dcterms:modified>
</cp:coreProperties>
</file>